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0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1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2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7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6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9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3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9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8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9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90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04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46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29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27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56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4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11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Sign Language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MediaPipe and LSTM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sign language detection system</a:t>
            </a:r>
          </a:p>
          <a:p>
            <a:r>
              <a:t>- Recognizes gestures: hello, thanks, I love you</a:t>
            </a:r>
          </a:p>
          <a:p>
            <a:r>
              <a:t>- Uses MediaPipe for feature extraction</a:t>
            </a:r>
          </a:p>
          <a:p>
            <a:r>
              <a:t>- LSTM neural network for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MediaPipe Holistic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Detects 33 pose, 21 hand, and 468 face landmarks</a:t>
            </a:r>
          </a:p>
          <a:p>
            <a:r>
              <a:t>- Provides 3D coordinates of each landmark</a:t>
            </a:r>
          </a:p>
          <a:p>
            <a:r>
              <a:t>- Processes video frames in real-time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Collected 30 sequences for each gesture</a:t>
            </a:r>
          </a:p>
          <a:p>
            <a:r>
              <a:t>- Each sequence contains 30 frames</a:t>
            </a:r>
          </a:p>
          <a:p>
            <a:r>
              <a:t>- Saved as numpy arrays of keypoints</a:t>
            </a:r>
          </a:p>
          <a:p>
            <a:r>
              <a:t>- Total of 1662 features per frame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Input shape: (30, 1662)</a:t>
            </a:r>
          </a:p>
          <a:p>
            <a:r>
              <a:t>- 3 LSTM layers (64, 128, 64 units)</a:t>
            </a:r>
          </a:p>
          <a:p>
            <a:r>
              <a:t>- 3 Dense layers (64, 32, 3 units)</a:t>
            </a:r>
          </a:p>
          <a:p>
            <a:r>
              <a:t>- Softmax activation for classification</a:t>
            </a:r>
          </a:p>
          <a:p>
            <a:r>
              <a:t>- Adam optimizer with 2000 epochs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Achieved 95%+ accuracy on test set</a:t>
            </a:r>
          </a:p>
          <a:p>
            <a:r>
              <a:t>- Confusion matrix shows good separation</a:t>
            </a:r>
          </a:p>
          <a:p>
            <a:r>
              <a:t>- Model saved as action.h5 for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Processes webcam feed at 30fps</a:t>
            </a:r>
          </a:p>
          <a:p>
            <a:r>
              <a:t>- Displays detected gesture and confidence</a:t>
            </a:r>
          </a:p>
          <a:p>
            <a:r>
              <a:t>- Visualizes keypoints on screen</a:t>
            </a:r>
          </a:p>
          <a:p>
            <a:r>
              <a:t>- Threshold of 0.8 for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Successful proof of concept</a:t>
            </a:r>
          </a:p>
          <a:p>
            <a:r>
              <a:t>- Potential applications in accessibility</a:t>
            </a:r>
          </a:p>
          <a:p>
            <a:r>
              <a:t>- Future work:</a:t>
            </a:r>
          </a:p>
          <a:p>
            <a:r>
              <a:t>  - Expand vocabulary</a:t>
            </a:r>
          </a:p>
          <a:p>
            <a:r>
              <a:t>  - Improve robustness</a:t>
            </a:r>
          </a:p>
          <a:p>
            <a:r>
              <a:t>  - Mobile deployment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36</TotalTime>
  <Words>221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Mesh</vt:lpstr>
      <vt:lpstr>Sign Language Detection</vt:lpstr>
      <vt:lpstr>Project Overview</vt:lpstr>
      <vt:lpstr>MediaPipe Holistic</vt:lpstr>
      <vt:lpstr>Data Collection</vt:lpstr>
      <vt:lpstr>LSTM Model Architecture</vt:lpstr>
      <vt:lpstr>Training Results</vt:lpstr>
      <vt:lpstr>Real-Time Detection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Detection</dc:title>
  <dc:subject/>
  <dc:creator/>
  <cp:keywords/>
  <dc:description>generated using python-pptx</dc:description>
  <cp:lastModifiedBy>Sourav Malhotra</cp:lastModifiedBy>
  <cp:revision>2</cp:revision>
  <dcterms:created xsi:type="dcterms:W3CDTF">2013-01-27T09:14:16Z</dcterms:created>
  <dcterms:modified xsi:type="dcterms:W3CDTF">2025-04-13T11:31:56Z</dcterms:modified>
  <cp:category/>
</cp:coreProperties>
</file>